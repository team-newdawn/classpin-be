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OhPin conversion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conversion verification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OhPin conversion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Docker conversion verification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